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80" r:id="rId5"/>
    <p:sldId id="3289" r:id="rId6"/>
    <p:sldId id="3286" r:id="rId7"/>
    <p:sldId id="3291" r:id="rId8"/>
    <p:sldId id="2147478976" r:id="rId9"/>
    <p:sldId id="2147478955" r:id="rId10"/>
    <p:sldId id="2147478956" r:id="rId11"/>
    <p:sldId id="2147478966" r:id="rId12"/>
    <p:sldId id="2147478964" r:id="rId13"/>
    <p:sldId id="2147478972" r:id="rId14"/>
    <p:sldId id="21474789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400"/>
    <a:srgbClr val="228B22"/>
    <a:srgbClr val="A020F6"/>
    <a:srgbClr val="0000FF"/>
    <a:srgbClr val="636569"/>
    <a:srgbClr val="715091"/>
    <a:srgbClr val="176DAD"/>
    <a:srgbClr val="0D78C9"/>
    <a:srgbClr val="024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B57DF8-380C-483B-A565-3E6A26A1988D}" v="11" dt="2025-02-11T16:45:18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>
      <p:cViewPr varScale="1">
        <p:scale>
          <a:sx n="161" d="100"/>
          <a:sy n="161" d="100"/>
        </p:scale>
        <p:origin x="232" y="100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2" d="100"/>
          <a:sy n="102" d="100"/>
        </p:scale>
        <p:origin x="352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 Huard" userId="b19c6935-0813-487d-8dac-184c934328d0" providerId="ADAL" clId="{E9B57DF8-380C-483B-A565-3E6A26A1988D}"/>
    <pc:docChg chg="undo custSel addSld delSld modSld">
      <pc:chgData name="Jeremy Huard" userId="b19c6935-0813-487d-8dac-184c934328d0" providerId="ADAL" clId="{E9B57DF8-380C-483B-A565-3E6A26A1988D}" dt="2025-02-11T16:47:01.756" v="144" actId="20577"/>
      <pc:docMkLst>
        <pc:docMk/>
      </pc:docMkLst>
      <pc:sldChg chg="modSp mod">
        <pc:chgData name="Jeremy Huard" userId="b19c6935-0813-487d-8dac-184c934328d0" providerId="ADAL" clId="{E9B57DF8-380C-483B-A565-3E6A26A1988D}" dt="2025-02-11T16:41:45.321" v="54" actId="1076"/>
        <pc:sldMkLst>
          <pc:docMk/>
          <pc:sldMk cId="3954093285" sldId="3286"/>
        </pc:sldMkLst>
        <pc:spChg chg="mod">
          <ac:chgData name="Jeremy Huard" userId="b19c6935-0813-487d-8dac-184c934328d0" providerId="ADAL" clId="{E9B57DF8-380C-483B-A565-3E6A26A1988D}" dt="2025-02-11T16:41:45.321" v="54" actId="1076"/>
          <ac:spMkLst>
            <pc:docMk/>
            <pc:sldMk cId="3954093285" sldId="3286"/>
            <ac:spMk id="3" creationId="{4AB11C93-CB25-4949-967D-E8957F7DBAC3}"/>
          </ac:spMkLst>
        </pc:spChg>
      </pc:sldChg>
      <pc:sldChg chg="modSp mod">
        <pc:chgData name="Jeremy Huard" userId="b19c6935-0813-487d-8dac-184c934328d0" providerId="ADAL" clId="{E9B57DF8-380C-483B-A565-3E6A26A1988D}" dt="2025-02-11T16:26:24.518" v="35" actId="20577"/>
        <pc:sldMkLst>
          <pc:docMk/>
          <pc:sldMk cId="2812603448" sldId="3289"/>
        </pc:sldMkLst>
        <pc:spChg chg="mod">
          <ac:chgData name="Jeremy Huard" userId="b19c6935-0813-487d-8dac-184c934328d0" providerId="ADAL" clId="{E9B57DF8-380C-483B-A565-3E6A26A1988D}" dt="2025-02-11T16:26:24.518" v="35" actId="20577"/>
          <ac:spMkLst>
            <pc:docMk/>
            <pc:sldMk cId="2812603448" sldId="3289"/>
            <ac:spMk id="3" creationId="{4AB11C93-CB25-4949-967D-E8957F7DBAC3}"/>
          </ac:spMkLst>
        </pc:spChg>
      </pc:sldChg>
      <pc:sldChg chg="addSp delSp modSp mod">
        <pc:chgData name="Jeremy Huard" userId="b19c6935-0813-487d-8dac-184c934328d0" providerId="ADAL" clId="{E9B57DF8-380C-483B-A565-3E6A26A1988D}" dt="2025-02-11T16:42:12.249" v="58" actId="478"/>
        <pc:sldMkLst>
          <pc:docMk/>
          <pc:sldMk cId="194212189" sldId="3291"/>
        </pc:sldMkLst>
        <pc:spChg chg="del mod">
          <ac:chgData name="Jeremy Huard" userId="b19c6935-0813-487d-8dac-184c934328d0" providerId="ADAL" clId="{E9B57DF8-380C-483B-A565-3E6A26A1988D}" dt="2025-02-11T16:42:07.250" v="56" actId="478"/>
          <ac:spMkLst>
            <pc:docMk/>
            <pc:sldMk cId="194212189" sldId="3291"/>
            <ac:spMk id="3" creationId="{4AB11C93-CB25-4949-967D-E8957F7DBAC3}"/>
          </ac:spMkLst>
        </pc:spChg>
        <pc:spChg chg="add del mod">
          <ac:chgData name="Jeremy Huard" userId="b19c6935-0813-487d-8dac-184c934328d0" providerId="ADAL" clId="{E9B57DF8-380C-483B-A565-3E6A26A1988D}" dt="2025-02-11T16:42:12.249" v="58" actId="478"/>
          <ac:spMkLst>
            <pc:docMk/>
            <pc:sldMk cId="194212189" sldId="3291"/>
            <ac:spMk id="5" creationId="{67FC3443-85A2-D38B-8865-26F3D42A2EA2}"/>
          </ac:spMkLst>
        </pc:spChg>
        <pc:spChg chg="add mod">
          <ac:chgData name="Jeremy Huard" userId="b19c6935-0813-487d-8dac-184c934328d0" providerId="ADAL" clId="{E9B57DF8-380C-483B-A565-3E6A26A1988D}" dt="2025-02-11T16:42:09.008" v="57"/>
          <ac:spMkLst>
            <pc:docMk/>
            <pc:sldMk cId="194212189" sldId="3291"/>
            <ac:spMk id="6" creationId="{066F0083-3C37-485B-375A-80F147B44C3D}"/>
          </ac:spMkLst>
        </pc:spChg>
        <pc:spChg chg="mod">
          <ac:chgData name="Jeremy Huard" userId="b19c6935-0813-487d-8dac-184c934328d0" providerId="ADAL" clId="{E9B57DF8-380C-483B-A565-3E6A26A1988D}" dt="2025-02-11T16:41:37.450" v="52" actId="1076"/>
          <ac:spMkLst>
            <pc:docMk/>
            <pc:sldMk cId="194212189" sldId="3291"/>
            <ac:spMk id="15" creationId="{33D754F7-DBA2-174C-BFF4-D658D90C93C4}"/>
          </ac:spMkLst>
        </pc:spChg>
        <pc:picChg chg="mod">
          <ac:chgData name="Jeremy Huard" userId="b19c6935-0813-487d-8dac-184c934328d0" providerId="ADAL" clId="{E9B57DF8-380C-483B-A565-3E6A26A1988D}" dt="2025-02-11T16:41:33.657" v="51" actId="1076"/>
          <ac:picMkLst>
            <pc:docMk/>
            <pc:sldMk cId="194212189" sldId="3291"/>
            <ac:picMk id="4" creationId="{62172684-B3DE-264B-886F-1C344B94BBF3}"/>
          </ac:picMkLst>
        </pc:picChg>
      </pc:sldChg>
      <pc:sldChg chg="del mod modShow">
        <pc:chgData name="Jeremy Huard" userId="b19c6935-0813-487d-8dac-184c934328d0" providerId="ADAL" clId="{E9B57DF8-380C-483B-A565-3E6A26A1988D}" dt="2025-02-11T16:45:36.219" v="112" actId="47"/>
        <pc:sldMkLst>
          <pc:docMk/>
          <pc:sldMk cId="3050239639" sldId="3506"/>
        </pc:sldMkLst>
      </pc:sldChg>
      <pc:sldChg chg="addSp delSp modSp add mod">
        <pc:chgData name="Jeremy Huard" userId="b19c6935-0813-487d-8dac-184c934328d0" providerId="ADAL" clId="{E9B57DF8-380C-483B-A565-3E6A26A1988D}" dt="2025-02-11T16:47:01.756" v="144" actId="20577"/>
        <pc:sldMkLst>
          <pc:docMk/>
          <pc:sldMk cId="2061468129" sldId="2147478955"/>
        </pc:sldMkLst>
        <pc:spChg chg="add del mod">
          <ac:chgData name="Jeremy Huard" userId="b19c6935-0813-487d-8dac-184c934328d0" providerId="ADAL" clId="{E9B57DF8-380C-483B-A565-3E6A26A1988D}" dt="2025-02-11T16:43:17.616" v="78" actId="478"/>
          <ac:spMkLst>
            <pc:docMk/>
            <pc:sldMk cId="2061468129" sldId="2147478955"/>
            <ac:spMk id="3" creationId="{E646C92C-489F-39DF-08B2-267D65B4EF13}"/>
          </ac:spMkLst>
        </pc:spChg>
        <pc:spChg chg="del">
          <ac:chgData name="Jeremy Huard" userId="b19c6935-0813-487d-8dac-184c934328d0" providerId="ADAL" clId="{E9B57DF8-380C-483B-A565-3E6A26A1988D}" dt="2025-02-11T16:43:13.905" v="77" actId="478"/>
          <ac:spMkLst>
            <pc:docMk/>
            <pc:sldMk cId="2061468129" sldId="2147478955"/>
            <ac:spMk id="4" creationId="{AAC8CB7B-669E-ACCC-16F7-1D2EEEB41D7A}"/>
          </ac:spMkLst>
        </pc:spChg>
        <pc:spChg chg="mod">
          <ac:chgData name="Jeremy Huard" userId="b19c6935-0813-487d-8dac-184c934328d0" providerId="ADAL" clId="{E9B57DF8-380C-483B-A565-3E6A26A1988D}" dt="2025-02-11T16:47:01.756" v="144" actId="20577"/>
          <ac:spMkLst>
            <pc:docMk/>
            <pc:sldMk cId="2061468129" sldId="2147478955"/>
            <ac:spMk id="5" creationId="{D719DF4D-A2BC-949B-F342-750B27F9D17B}"/>
          </ac:spMkLst>
        </pc:spChg>
        <pc:spChg chg="add mod">
          <ac:chgData name="Jeremy Huard" userId="b19c6935-0813-487d-8dac-184c934328d0" providerId="ADAL" clId="{E9B57DF8-380C-483B-A565-3E6A26A1988D}" dt="2025-02-11T16:43:35.759" v="83" actId="164"/>
          <ac:spMkLst>
            <pc:docMk/>
            <pc:sldMk cId="2061468129" sldId="2147478955"/>
            <ac:spMk id="6" creationId="{2C5DB85A-4814-C33D-5EF4-57EF0898F007}"/>
          </ac:spMkLst>
        </pc:spChg>
        <pc:grpChg chg="add mod">
          <ac:chgData name="Jeremy Huard" userId="b19c6935-0813-487d-8dac-184c934328d0" providerId="ADAL" clId="{E9B57DF8-380C-483B-A565-3E6A26A1988D}" dt="2025-02-11T16:43:35.759" v="83" actId="164"/>
          <ac:grpSpMkLst>
            <pc:docMk/>
            <pc:sldMk cId="2061468129" sldId="2147478955"/>
            <ac:grpSpMk id="9" creationId="{B3792034-46B7-38BA-BAF4-039648B53303}"/>
          </ac:grpSpMkLst>
        </pc:grpChg>
        <pc:picChg chg="del">
          <ac:chgData name="Jeremy Huard" userId="b19c6935-0813-487d-8dac-184c934328d0" providerId="ADAL" clId="{E9B57DF8-380C-483B-A565-3E6A26A1988D}" dt="2025-02-11T16:43:18.288" v="79" actId="478"/>
          <ac:picMkLst>
            <pc:docMk/>
            <pc:sldMk cId="2061468129" sldId="2147478955"/>
            <ac:picMk id="7" creationId="{5BA6BA77-35B4-70CB-B038-5927408FE7DC}"/>
          </ac:picMkLst>
        </pc:picChg>
        <pc:picChg chg="add mod">
          <ac:chgData name="Jeremy Huard" userId="b19c6935-0813-487d-8dac-184c934328d0" providerId="ADAL" clId="{E9B57DF8-380C-483B-A565-3E6A26A1988D}" dt="2025-02-11T16:43:35.759" v="83" actId="164"/>
          <ac:picMkLst>
            <pc:docMk/>
            <pc:sldMk cId="2061468129" sldId="2147478955"/>
            <ac:picMk id="8" creationId="{82860219-2BD6-EA7E-BDD9-CAD1A621EE80}"/>
          </ac:picMkLst>
        </pc:picChg>
      </pc:sldChg>
      <pc:sldChg chg="addSp delSp modSp add mod">
        <pc:chgData name="Jeremy Huard" userId="b19c6935-0813-487d-8dac-184c934328d0" providerId="ADAL" clId="{E9B57DF8-380C-483B-A565-3E6A26A1988D}" dt="2025-02-11T16:46:57.868" v="138" actId="20577"/>
        <pc:sldMkLst>
          <pc:docMk/>
          <pc:sldMk cId="2560949700" sldId="2147478956"/>
        </pc:sldMkLst>
        <pc:spChg chg="add del mod">
          <ac:chgData name="Jeremy Huard" userId="b19c6935-0813-487d-8dac-184c934328d0" providerId="ADAL" clId="{E9B57DF8-380C-483B-A565-3E6A26A1988D}" dt="2025-02-11T16:43:44.073" v="85" actId="478"/>
          <ac:spMkLst>
            <pc:docMk/>
            <pc:sldMk cId="2560949700" sldId="2147478956"/>
            <ac:spMk id="3" creationId="{F5302453-A70D-5EA4-D592-55873BE8C2A9}"/>
          </ac:spMkLst>
        </pc:spChg>
        <pc:spChg chg="del">
          <ac:chgData name="Jeremy Huard" userId="b19c6935-0813-487d-8dac-184c934328d0" providerId="ADAL" clId="{E9B57DF8-380C-483B-A565-3E6A26A1988D}" dt="2025-02-11T16:43:42.253" v="84" actId="478"/>
          <ac:spMkLst>
            <pc:docMk/>
            <pc:sldMk cId="2560949700" sldId="2147478956"/>
            <ac:spMk id="4" creationId="{45C408E4-4D52-AF7C-F628-E507FEE6E365}"/>
          </ac:spMkLst>
        </pc:spChg>
        <pc:spChg chg="mod">
          <ac:chgData name="Jeremy Huard" userId="b19c6935-0813-487d-8dac-184c934328d0" providerId="ADAL" clId="{E9B57DF8-380C-483B-A565-3E6A26A1988D}" dt="2025-02-11T16:43:46.098" v="87"/>
          <ac:spMkLst>
            <pc:docMk/>
            <pc:sldMk cId="2560949700" sldId="2147478956"/>
            <ac:spMk id="7" creationId="{33849EEA-5BF0-F551-A614-4C71F0D37E9F}"/>
          </ac:spMkLst>
        </pc:spChg>
        <pc:spChg chg="mod">
          <ac:chgData name="Jeremy Huard" userId="b19c6935-0813-487d-8dac-184c934328d0" providerId="ADAL" clId="{E9B57DF8-380C-483B-A565-3E6A26A1988D}" dt="2025-02-11T16:46:57.868" v="138" actId="20577"/>
          <ac:spMkLst>
            <pc:docMk/>
            <pc:sldMk cId="2560949700" sldId="2147478956"/>
            <ac:spMk id="9" creationId="{47019716-5AAD-CBC0-96C5-29BA54885B90}"/>
          </ac:spMkLst>
        </pc:spChg>
        <pc:grpChg chg="add mod">
          <ac:chgData name="Jeremy Huard" userId="b19c6935-0813-487d-8dac-184c934328d0" providerId="ADAL" clId="{E9B57DF8-380C-483B-A565-3E6A26A1988D}" dt="2025-02-11T16:43:46.098" v="87"/>
          <ac:grpSpMkLst>
            <pc:docMk/>
            <pc:sldMk cId="2560949700" sldId="2147478956"/>
            <ac:grpSpMk id="6" creationId="{D943CEF5-78A2-2BF7-6394-D3351A455434}"/>
          </ac:grpSpMkLst>
        </pc:grpChg>
        <pc:picChg chg="del">
          <ac:chgData name="Jeremy Huard" userId="b19c6935-0813-487d-8dac-184c934328d0" providerId="ADAL" clId="{E9B57DF8-380C-483B-A565-3E6A26A1988D}" dt="2025-02-11T16:43:44.746" v="86" actId="478"/>
          <ac:picMkLst>
            <pc:docMk/>
            <pc:sldMk cId="2560949700" sldId="2147478956"/>
            <ac:picMk id="5" creationId="{CF9A86FF-8538-8649-E8DA-CA11B47BFCDB}"/>
          </ac:picMkLst>
        </pc:picChg>
        <pc:picChg chg="mod">
          <ac:chgData name="Jeremy Huard" userId="b19c6935-0813-487d-8dac-184c934328d0" providerId="ADAL" clId="{E9B57DF8-380C-483B-A565-3E6A26A1988D}" dt="2025-02-11T16:43:46.098" v="87"/>
          <ac:picMkLst>
            <pc:docMk/>
            <pc:sldMk cId="2560949700" sldId="2147478956"/>
            <ac:picMk id="10" creationId="{991ADEB6-3EE6-C485-1EC0-ACEEA7AA49CB}"/>
          </ac:picMkLst>
        </pc:picChg>
      </pc:sldChg>
      <pc:sldChg chg="addSp delSp modSp add mod">
        <pc:chgData name="Jeremy Huard" userId="b19c6935-0813-487d-8dac-184c934328d0" providerId="ADAL" clId="{E9B57DF8-380C-483B-A565-3E6A26A1988D}" dt="2025-02-11T16:46:19.737" v="124" actId="12"/>
        <pc:sldMkLst>
          <pc:docMk/>
          <pc:sldMk cId="4258533115" sldId="2147478964"/>
        </pc:sldMkLst>
        <pc:spChg chg="mod">
          <ac:chgData name="Jeremy Huard" userId="b19c6935-0813-487d-8dac-184c934328d0" providerId="ADAL" clId="{E9B57DF8-380C-483B-A565-3E6A26A1988D}" dt="2025-02-11T16:44:57.594" v="102"/>
          <ac:spMkLst>
            <pc:docMk/>
            <pc:sldMk cId="4258533115" sldId="2147478964"/>
            <ac:spMk id="6" creationId="{CF87028E-4059-7B45-A606-0DD6FADF5BA2}"/>
          </ac:spMkLst>
        </pc:spChg>
        <pc:spChg chg="mod">
          <ac:chgData name="Jeremy Huard" userId="b19c6935-0813-487d-8dac-184c934328d0" providerId="ADAL" clId="{E9B57DF8-380C-483B-A565-3E6A26A1988D}" dt="2025-02-11T16:46:19.737" v="124" actId="12"/>
          <ac:spMkLst>
            <pc:docMk/>
            <pc:sldMk cId="4258533115" sldId="2147478964"/>
            <ac:spMk id="9" creationId="{47019716-5AAD-CBC0-96C5-29BA54885B90}"/>
          </ac:spMkLst>
        </pc:spChg>
        <pc:spChg chg="del">
          <ac:chgData name="Jeremy Huard" userId="b19c6935-0813-487d-8dac-184c934328d0" providerId="ADAL" clId="{E9B57DF8-380C-483B-A565-3E6A26A1988D}" dt="2025-02-11T16:44:54.245" v="100" actId="478"/>
          <ac:spMkLst>
            <pc:docMk/>
            <pc:sldMk cId="4258533115" sldId="2147478964"/>
            <ac:spMk id="10" creationId="{83248E7E-69AC-022F-1E86-587F3A1BB79A}"/>
          </ac:spMkLst>
        </pc:spChg>
        <pc:grpChg chg="add mod">
          <ac:chgData name="Jeremy Huard" userId="b19c6935-0813-487d-8dac-184c934328d0" providerId="ADAL" clId="{E9B57DF8-380C-483B-A565-3E6A26A1988D}" dt="2025-02-11T16:44:57.594" v="102"/>
          <ac:grpSpMkLst>
            <pc:docMk/>
            <pc:sldMk cId="4258533115" sldId="2147478964"/>
            <ac:grpSpMk id="4" creationId="{35F70E33-AAD5-5092-3AF4-F12DC687D7FC}"/>
          </ac:grpSpMkLst>
        </pc:grpChg>
        <pc:picChg chg="mod">
          <ac:chgData name="Jeremy Huard" userId="b19c6935-0813-487d-8dac-184c934328d0" providerId="ADAL" clId="{E9B57DF8-380C-483B-A565-3E6A26A1988D}" dt="2025-02-11T16:44:57.594" v="102"/>
          <ac:picMkLst>
            <pc:docMk/>
            <pc:sldMk cId="4258533115" sldId="2147478964"/>
            <ac:picMk id="7" creationId="{66F418E1-F64E-B2A4-DFE4-632CEF474C2E}"/>
          </ac:picMkLst>
        </pc:picChg>
        <pc:picChg chg="del">
          <ac:chgData name="Jeremy Huard" userId="b19c6935-0813-487d-8dac-184c934328d0" providerId="ADAL" clId="{E9B57DF8-380C-483B-A565-3E6A26A1988D}" dt="2025-02-11T16:44:55.079" v="101" actId="478"/>
          <ac:picMkLst>
            <pc:docMk/>
            <pc:sldMk cId="4258533115" sldId="2147478964"/>
            <ac:picMk id="11" creationId="{B177C549-9C59-C4DC-1D43-7C2A3ECCF2F3}"/>
          </ac:picMkLst>
        </pc:picChg>
      </pc:sldChg>
      <pc:sldChg chg="addSp delSp modSp add mod">
        <pc:chgData name="Jeremy Huard" userId="b19c6935-0813-487d-8dac-184c934328d0" providerId="ADAL" clId="{E9B57DF8-380C-483B-A565-3E6A26A1988D}" dt="2025-02-11T16:46:47.341" v="130" actId="12"/>
        <pc:sldMkLst>
          <pc:docMk/>
          <pc:sldMk cId="1859515243" sldId="2147478966"/>
        </pc:sldMkLst>
        <pc:spChg chg="mod">
          <ac:chgData name="Jeremy Huard" userId="b19c6935-0813-487d-8dac-184c934328d0" providerId="ADAL" clId="{E9B57DF8-380C-483B-A565-3E6A26A1988D}" dt="2025-02-11T16:44:23.430" v="94"/>
          <ac:spMkLst>
            <pc:docMk/>
            <pc:sldMk cId="1859515243" sldId="2147478966"/>
            <ac:spMk id="6" creationId="{A2CCBB41-7BF3-B513-2107-F1DD514A668A}"/>
          </ac:spMkLst>
        </pc:spChg>
        <pc:spChg chg="del">
          <ac:chgData name="Jeremy Huard" userId="b19c6935-0813-487d-8dac-184c934328d0" providerId="ADAL" clId="{E9B57DF8-380C-483B-A565-3E6A26A1988D}" dt="2025-02-11T16:44:19.048" v="91" actId="478"/>
          <ac:spMkLst>
            <pc:docMk/>
            <pc:sldMk cId="1859515243" sldId="2147478966"/>
            <ac:spMk id="7" creationId="{C9375002-3CB8-314D-2B74-4C148F8382B1}"/>
          </ac:spMkLst>
        </pc:spChg>
        <pc:spChg chg="mod">
          <ac:chgData name="Jeremy Huard" userId="b19c6935-0813-487d-8dac-184c934328d0" providerId="ADAL" clId="{E9B57DF8-380C-483B-A565-3E6A26A1988D}" dt="2025-02-11T16:46:47.341" v="130" actId="12"/>
          <ac:spMkLst>
            <pc:docMk/>
            <pc:sldMk cId="1859515243" sldId="2147478966"/>
            <ac:spMk id="9" creationId="{47019716-5AAD-CBC0-96C5-29BA54885B90}"/>
          </ac:spMkLst>
        </pc:spChg>
        <pc:spChg chg="mod">
          <ac:chgData name="Jeremy Huard" userId="b19c6935-0813-487d-8dac-184c934328d0" providerId="ADAL" clId="{E9B57DF8-380C-483B-A565-3E6A26A1988D}" dt="2025-02-11T16:44:44.109" v="99" actId="1076"/>
          <ac:spMkLst>
            <pc:docMk/>
            <pc:sldMk cId="1859515243" sldId="2147478966"/>
            <ac:spMk id="10" creationId="{2B25CAB9-1BD1-ACF0-8430-1E3539733FC3}"/>
          </ac:spMkLst>
        </pc:spChg>
        <pc:spChg chg="del">
          <ac:chgData name="Jeremy Huard" userId="b19c6935-0813-487d-8dac-184c934328d0" providerId="ADAL" clId="{E9B57DF8-380C-483B-A565-3E6A26A1988D}" dt="2025-02-11T16:44:22.017" v="93" actId="478"/>
          <ac:spMkLst>
            <pc:docMk/>
            <pc:sldMk cId="1859515243" sldId="2147478966"/>
            <ac:spMk id="13" creationId="{641FCC82-A12F-B9CE-DBF3-1FE04A652590}"/>
          </ac:spMkLst>
        </pc:spChg>
        <pc:grpChg chg="add mod">
          <ac:chgData name="Jeremy Huard" userId="b19c6935-0813-487d-8dac-184c934328d0" providerId="ADAL" clId="{E9B57DF8-380C-483B-A565-3E6A26A1988D}" dt="2025-02-11T16:44:23.430" v="94"/>
          <ac:grpSpMkLst>
            <pc:docMk/>
            <pc:sldMk cId="1859515243" sldId="2147478966"/>
            <ac:grpSpMk id="2" creationId="{41405BF5-625E-76D2-C90E-3B8FFD09473B}"/>
          </ac:grpSpMkLst>
        </pc:grpChg>
        <pc:picChg chg="mod">
          <ac:chgData name="Jeremy Huard" userId="b19c6935-0813-487d-8dac-184c934328d0" providerId="ADAL" clId="{E9B57DF8-380C-483B-A565-3E6A26A1988D}" dt="2025-02-11T16:44:44.109" v="99" actId="1076"/>
          <ac:picMkLst>
            <pc:docMk/>
            <pc:sldMk cId="1859515243" sldId="2147478966"/>
            <ac:picMk id="3" creationId="{3D010451-F3B3-CD2B-9E47-037F520B06B8}"/>
          </ac:picMkLst>
        </pc:picChg>
        <pc:picChg chg="mod">
          <ac:chgData name="Jeremy Huard" userId="b19c6935-0813-487d-8dac-184c934328d0" providerId="ADAL" clId="{E9B57DF8-380C-483B-A565-3E6A26A1988D}" dt="2025-02-11T16:44:44.109" v="99" actId="1076"/>
          <ac:picMkLst>
            <pc:docMk/>
            <pc:sldMk cId="1859515243" sldId="2147478966"/>
            <ac:picMk id="8" creationId="{245808D3-D484-866A-FFEC-FD6F4DBC0943}"/>
          </ac:picMkLst>
        </pc:picChg>
        <pc:picChg chg="mod">
          <ac:chgData name="Jeremy Huard" userId="b19c6935-0813-487d-8dac-184c934328d0" providerId="ADAL" clId="{E9B57DF8-380C-483B-A565-3E6A26A1988D}" dt="2025-02-11T16:44:23.430" v="94"/>
          <ac:picMkLst>
            <pc:docMk/>
            <pc:sldMk cId="1859515243" sldId="2147478966"/>
            <ac:picMk id="12" creationId="{335FF014-F304-564A-434E-1C35CE1EC149}"/>
          </ac:picMkLst>
        </pc:picChg>
        <pc:picChg chg="del">
          <ac:chgData name="Jeremy Huard" userId="b19c6935-0813-487d-8dac-184c934328d0" providerId="ADAL" clId="{E9B57DF8-380C-483B-A565-3E6A26A1988D}" dt="2025-02-11T16:44:20.353" v="92" actId="478"/>
          <ac:picMkLst>
            <pc:docMk/>
            <pc:sldMk cId="1859515243" sldId="2147478966"/>
            <ac:picMk id="14" creationId="{BC3A6862-3880-A99F-C634-1405E19EEF69}"/>
          </ac:picMkLst>
        </pc:picChg>
      </pc:sldChg>
      <pc:sldChg chg="addSp delSp modSp add mod">
        <pc:chgData name="Jeremy Huard" userId="b19c6935-0813-487d-8dac-184c934328d0" providerId="ADAL" clId="{E9B57DF8-380C-483B-A565-3E6A26A1988D}" dt="2025-02-11T16:46:05.680" v="121" actId="15"/>
        <pc:sldMkLst>
          <pc:docMk/>
          <pc:sldMk cId="1374337932" sldId="2147478970"/>
        </pc:sldMkLst>
        <pc:spChg chg="add del mod">
          <ac:chgData name="Jeremy Huard" userId="b19c6935-0813-487d-8dac-184c934328d0" providerId="ADAL" clId="{E9B57DF8-380C-483B-A565-3E6A26A1988D}" dt="2025-02-11T16:45:15.752" v="108" actId="478"/>
          <ac:spMkLst>
            <pc:docMk/>
            <pc:sldMk cId="1374337932" sldId="2147478970"/>
            <ac:spMk id="3" creationId="{2FAAB657-8429-A126-7B3E-4511CDBD91FD}"/>
          </ac:spMkLst>
        </pc:spChg>
        <pc:spChg chg="del">
          <ac:chgData name="Jeremy Huard" userId="b19c6935-0813-487d-8dac-184c934328d0" providerId="ADAL" clId="{E9B57DF8-380C-483B-A565-3E6A26A1988D}" dt="2025-02-11T16:45:13.034" v="107" actId="478"/>
          <ac:spMkLst>
            <pc:docMk/>
            <pc:sldMk cId="1374337932" sldId="2147478970"/>
            <ac:spMk id="4" creationId="{A4ABD9A5-796C-FD2E-7F02-01B9D12ABCA9}"/>
          </ac:spMkLst>
        </pc:spChg>
        <pc:spChg chg="mod">
          <ac:chgData name="Jeremy Huard" userId="b19c6935-0813-487d-8dac-184c934328d0" providerId="ADAL" clId="{E9B57DF8-380C-483B-A565-3E6A26A1988D}" dt="2025-02-11T16:45:18.056" v="110"/>
          <ac:spMkLst>
            <pc:docMk/>
            <pc:sldMk cId="1374337932" sldId="2147478970"/>
            <ac:spMk id="7" creationId="{D97280F4-9D27-2AFD-F78C-900C396ED2D1}"/>
          </ac:spMkLst>
        </pc:spChg>
        <pc:spChg chg="mod">
          <ac:chgData name="Jeremy Huard" userId="b19c6935-0813-487d-8dac-184c934328d0" providerId="ADAL" clId="{E9B57DF8-380C-483B-A565-3E6A26A1988D}" dt="2025-02-11T16:46:05.680" v="121" actId="15"/>
          <ac:spMkLst>
            <pc:docMk/>
            <pc:sldMk cId="1374337932" sldId="2147478970"/>
            <ac:spMk id="9" creationId="{47019716-5AAD-CBC0-96C5-29BA54885B90}"/>
          </ac:spMkLst>
        </pc:spChg>
        <pc:grpChg chg="add mod">
          <ac:chgData name="Jeremy Huard" userId="b19c6935-0813-487d-8dac-184c934328d0" providerId="ADAL" clId="{E9B57DF8-380C-483B-A565-3E6A26A1988D}" dt="2025-02-11T16:45:18.056" v="110"/>
          <ac:grpSpMkLst>
            <pc:docMk/>
            <pc:sldMk cId="1374337932" sldId="2147478970"/>
            <ac:grpSpMk id="6" creationId="{383CE339-074C-36DE-675D-7AEBF6E3074A}"/>
          </ac:grpSpMkLst>
        </pc:grpChg>
        <pc:picChg chg="del">
          <ac:chgData name="Jeremy Huard" userId="b19c6935-0813-487d-8dac-184c934328d0" providerId="ADAL" clId="{E9B57DF8-380C-483B-A565-3E6A26A1988D}" dt="2025-02-11T16:45:16.460" v="109" actId="478"/>
          <ac:picMkLst>
            <pc:docMk/>
            <pc:sldMk cId="1374337932" sldId="2147478970"/>
            <ac:picMk id="5" creationId="{6D1C0BDF-84B0-B1A6-0E15-E1F3D0979221}"/>
          </ac:picMkLst>
        </pc:picChg>
        <pc:picChg chg="mod">
          <ac:chgData name="Jeremy Huard" userId="b19c6935-0813-487d-8dac-184c934328d0" providerId="ADAL" clId="{E9B57DF8-380C-483B-A565-3E6A26A1988D}" dt="2025-02-11T16:45:18.056" v="110"/>
          <ac:picMkLst>
            <pc:docMk/>
            <pc:sldMk cId="1374337932" sldId="2147478970"/>
            <ac:picMk id="8" creationId="{D2416132-3EEC-170E-7999-A9AE86B02C89}"/>
          </ac:picMkLst>
        </pc:picChg>
      </pc:sldChg>
      <pc:sldChg chg="addSp delSp modSp add mod">
        <pc:chgData name="Jeremy Huard" userId="b19c6935-0813-487d-8dac-184c934328d0" providerId="ADAL" clId="{E9B57DF8-380C-483B-A565-3E6A26A1988D}" dt="2025-02-11T16:46:29.783" v="125" actId="12"/>
        <pc:sldMkLst>
          <pc:docMk/>
          <pc:sldMk cId="1143062525" sldId="2147478972"/>
        </pc:sldMkLst>
        <pc:spChg chg="add del mod">
          <ac:chgData name="Jeremy Huard" userId="b19c6935-0813-487d-8dac-184c934328d0" providerId="ADAL" clId="{E9B57DF8-380C-483B-A565-3E6A26A1988D}" dt="2025-02-11T16:45:07.101" v="105" actId="478"/>
          <ac:spMkLst>
            <pc:docMk/>
            <pc:sldMk cId="1143062525" sldId="2147478972"/>
            <ac:spMk id="5" creationId="{2E7798A7-6E73-013F-F6E9-70C1A660043B}"/>
          </ac:spMkLst>
        </pc:spChg>
        <pc:spChg chg="del">
          <ac:chgData name="Jeremy Huard" userId="b19c6935-0813-487d-8dac-184c934328d0" providerId="ADAL" clId="{E9B57DF8-380C-483B-A565-3E6A26A1988D}" dt="2025-02-11T16:45:02.648" v="104" actId="478"/>
          <ac:spMkLst>
            <pc:docMk/>
            <pc:sldMk cId="1143062525" sldId="2147478972"/>
            <ac:spMk id="7" creationId="{90A71966-08A3-2A3F-C6A7-571BB589528B}"/>
          </ac:spMkLst>
        </pc:spChg>
        <pc:spChg chg="mod">
          <ac:chgData name="Jeremy Huard" userId="b19c6935-0813-487d-8dac-184c934328d0" providerId="ADAL" clId="{E9B57DF8-380C-483B-A565-3E6A26A1988D}" dt="2025-02-11T16:46:29.783" v="125" actId="12"/>
          <ac:spMkLst>
            <pc:docMk/>
            <pc:sldMk cId="1143062525" sldId="2147478972"/>
            <ac:spMk id="9" creationId="{47019716-5AAD-CBC0-96C5-29BA54885B90}"/>
          </ac:spMkLst>
        </pc:spChg>
        <pc:spChg chg="mod">
          <ac:chgData name="Jeremy Huard" userId="b19c6935-0813-487d-8dac-184c934328d0" providerId="ADAL" clId="{E9B57DF8-380C-483B-A565-3E6A26A1988D}" dt="2025-02-11T16:45:08.220" v="106"/>
          <ac:spMkLst>
            <pc:docMk/>
            <pc:sldMk cId="1143062525" sldId="2147478972"/>
            <ac:spMk id="11" creationId="{7CBC0AB2-7712-BA0C-6F58-0A7C1C1A1764}"/>
          </ac:spMkLst>
        </pc:spChg>
        <pc:grpChg chg="add mod">
          <ac:chgData name="Jeremy Huard" userId="b19c6935-0813-487d-8dac-184c934328d0" providerId="ADAL" clId="{E9B57DF8-380C-483B-A565-3E6A26A1988D}" dt="2025-02-11T16:45:08.220" v="106"/>
          <ac:grpSpMkLst>
            <pc:docMk/>
            <pc:sldMk cId="1143062525" sldId="2147478972"/>
            <ac:grpSpMk id="6" creationId="{2043EAD5-010D-068C-7AE2-7DCC6173E7B0}"/>
          </ac:grpSpMkLst>
        </pc:grpChg>
        <pc:picChg chg="del">
          <ac:chgData name="Jeremy Huard" userId="b19c6935-0813-487d-8dac-184c934328d0" providerId="ADAL" clId="{E9B57DF8-380C-483B-A565-3E6A26A1988D}" dt="2025-02-11T16:45:00.698" v="103" actId="478"/>
          <ac:picMkLst>
            <pc:docMk/>
            <pc:sldMk cId="1143062525" sldId="2147478972"/>
            <ac:picMk id="10" creationId="{89B8A0B2-E781-269D-7900-7A6D8890795F}"/>
          </ac:picMkLst>
        </pc:picChg>
        <pc:picChg chg="mod">
          <ac:chgData name="Jeremy Huard" userId="b19c6935-0813-487d-8dac-184c934328d0" providerId="ADAL" clId="{E9B57DF8-380C-483B-A565-3E6A26A1988D}" dt="2025-02-11T16:45:08.220" v="106"/>
          <ac:picMkLst>
            <pc:docMk/>
            <pc:sldMk cId="1143062525" sldId="2147478972"/>
            <ac:picMk id="12" creationId="{DA43E4C0-75D1-89D2-EA13-B837ED4598A4}"/>
          </ac:picMkLst>
        </pc:picChg>
      </pc:sldChg>
      <pc:sldChg chg="addSp delSp modSp add mod">
        <pc:chgData name="Jeremy Huard" userId="b19c6935-0813-487d-8dac-184c934328d0" providerId="ADAL" clId="{E9B57DF8-380C-483B-A565-3E6A26A1988D}" dt="2025-02-11T16:43:24.745" v="81" actId="167"/>
        <pc:sldMkLst>
          <pc:docMk/>
          <pc:sldMk cId="702882068" sldId="2147478976"/>
        </pc:sldMkLst>
        <pc:spChg chg="add mod ord">
          <ac:chgData name="Jeremy Huard" userId="b19c6935-0813-487d-8dac-184c934328d0" providerId="ADAL" clId="{E9B57DF8-380C-483B-A565-3E6A26A1988D}" dt="2025-02-11T16:43:24.745" v="81" actId="167"/>
          <ac:spMkLst>
            <pc:docMk/>
            <pc:sldMk cId="702882068" sldId="2147478976"/>
            <ac:spMk id="2" creationId="{20A8260F-0971-4ADF-62BF-FFBC673C0D56}"/>
          </ac:spMkLst>
        </pc:spChg>
        <pc:spChg chg="ord">
          <ac:chgData name="Jeremy Huard" userId="b19c6935-0813-487d-8dac-184c934328d0" providerId="ADAL" clId="{E9B57DF8-380C-483B-A565-3E6A26A1988D}" dt="2025-02-11T16:42:41.280" v="70" actId="167"/>
          <ac:spMkLst>
            <pc:docMk/>
            <pc:sldMk cId="702882068" sldId="2147478976"/>
            <ac:spMk id="5" creationId="{D719DF4D-A2BC-949B-F342-750B27F9D17B}"/>
          </ac:spMkLst>
        </pc:spChg>
        <pc:spChg chg="del mod">
          <ac:chgData name="Jeremy Huard" userId="b19c6935-0813-487d-8dac-184c934328d0" providerId="ADAL" clId="{E9B57DF8-380C-483B-A565-3E6A26A1988D}" dt="2025-02-11T16:42:54.074" v="74" actId="478"/>
          <ac:spMkLst>
            <pc:docMk/>
            <pc:sldMk cId="702882068" sldId="2147478976"/>
            <ac:spMk id="6" creationId="{811E4A9C-3FF4-EB5F-27AA-3E69F8B1B923}"/>
          </ac:spMkLst>
        </pc:spChg>
        <pc:spChg chg="add del mod">
          <ac:chgData name="Jeremy Huard" userId="b19c6935-0813-487d-8dac-184c934328d0" providerId="ADAL" clId="{E9B57DF8-380C-483B-A565-3E6A26A1988D}" dt="2025-02-11T16:43:02.066" v="76" actId="478"/>
          <ac:spMkLst>
            <pc:docMk/>
            <pc:sldMk cId="702882068" sldId="2147478976"/>
            <ac:spMk id="7" creationId="{84F50062-667E-9482-F741-5AA0D5344569}"/>
          </ac:spMkLst>
        </pc:spChg>
        <pc:picChg chg="mod">
          <ac:chgData name="Jeremy Huard" userId="b19c6935-0813-487d-8dac-184c934328d0" providerId="ADAL" clId="{E9B57DF8-380C-483B-A565-3E6A26A1988D}" dt="2025-02-11T16:42:59.214" v="75" actId="1076"/>
          <ac:picMkLst>
            <pc:docMk/>
            <pc:sldMk cId="702882068" sldId="2147478976"/>
            <ac:picMk id="12" creationId="{C5759A35-E0A7-C0C3-2665-0B825FD1224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</a:t>
            </a:r>
            <a:fld id="{43FEC7B2-4A3C-43EA-A52A-F8DED3FD6DAC}" type="datetimeyyyy">
              <a:rPr lang="en-US" sz="1003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</a:t>
            </a:fld>
            <a:r>
              <a:rPr lang="en-US" sz="100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 dirty="0"/>
              <a:t>Click to add b</a:t>
            </a:r>
            <a:r>
              <a:rPr lang="en-US" sz="1805" dirty="0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 dirty="0"/>
              <a:t>Click to add headline</a:t>
            </a:r>
            <a:r>
              <a:rPr lang="en-US" sz="2005" b="1" dirty="0">
                <a:solidFill>
                  <a:prstClr val="black"/>
                </a:solidFill>
              </a:rPr>
              <a:t> providing value of feature</a:t>
            </a:r>
            <a:endParaRPr lang="en-US" dirty="0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 dirty="0"/>
              <a:t>Click to add </a:t>
            </a:r>
            <a:r>
              <a:rPr lang="en-US" sz="1604" dirty="0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 dirty="0">
                <a:latin typeface="Courier New" pitchFamily="49" charset="0"/>
                <a:cs typeface="Courier New" pitchFamily="49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 dirty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 dirty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 dirty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 dirty="0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918E3132-653C-324F-B4AF-2FE594C5C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91" y="2188847"/>
            <a:ext cx="4311522" cy="2495738"/>
          </a:xfrm>
          <a:ln w="254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AB11C93-CB25-4949-967D-E8957F7D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Comparison</a:t>
            </a:r>
            <a:br>
              <a:rPr lang="en-US"/>
            </a:br>
            <a:endParaRPr lang="en-US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3130DF31-2B2E-ED46-9DFC-83182FB044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610" y="2685561"/>
            <a:ext cx="5866199" cy="3639312"/>
          </a:xfrm>
          <a:prstGeom prst="rect">
            <a:avLst/>
          </a:prstGeom>
          <a:ln w="254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5F8577-4CBE-E94D-B748-66286F13FA14}"/>
              </a:ext>
            </a:extLst>
          </p:cNvPr>
          <p:cNvSpPr txBox="1"/>
          <p:nvPr/>
        </p:nvSpPr>
        <p:spPr>
          <a:xfrm>
            <a:off x="3750100" y="4331600"/>
            <a:ext cx="1548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itchFamily="34" charset="0"/>
                <a:cs typeface="Arial" pitchFamily="34" charset="0"/>
              </a:rPr>
              <a:t>tmdd_v1.sbproj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F13FF-A52D-A647-8938-93BC940BB5EB}"/>
              </a:ext>
            </a:extLst>
          </p:cNvPr>
          <p:cNvSpPr txBox="1"/>
          <p:nvPr/>
        </p:nvSpPr>
        <p:spPr>
          <a:xfrm>
            <a:off x="5609967" y="5985634"/>
            <a:ext cx="2205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err="1">
                <a:latin typeface="Arial" pitchFamily="34" charset="0"/>
                <a:cs typeface="Arial" pitchFamily="34" charset="0"/>
              </a:rPr>
              <a:t>tmdd_final.sbproj</a:t>
            </a:r>
            <a:endParaRPr lang="en-US" sz="1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Bent-Up Arrow 11">
            <a:extLst>
              <a:ext uri="{FF2B5EF4-FFF2-40B4-BE49-F238E27FC236}">
                <a16:creationId xmlns:a16="http://schemas.microsoft.com/office/drawing/2014/main" id="{50907863-8FB8-9B40-94AA-4578F462B546}"/>
              </a:ext>
            </a:extLst>
          </p:cNvPr>
          <p:cNvSpPr/>
          <p:nvPr/>
        </p:nvSpPr>
        <p:spPr>
          <a:xfrm rot="5400000">
            <a:off x="3650807" y="4084522"/>
            <a:ext cx="852617" cy="2593692"/>
          </a:xfrm>
          <a:prstGeom prst="bentUpArrow">
            <a:avLst>
              <a:gd name="adj1" fmla="val 24000"/>
              <a:gd name="adj2" fmla="val 25000"/>
              <a:gd name="adj3" fmla="val 25000"/>
            </a:avLst>
          </a:prstGeom>
          <a:solidFill>
            <a:schemeClr val="accent3">
              <a:alpha val="44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A82476-2553-364B-B783-07B01A3723C2}"/>
              </a:ext>
            </a:extLst>
          </p:cNvPr>
          <p:cNvSpPr txBox="1"/>
          <p:nvPr/>
        </p:nvSpPr>
        <p:spPr>
          <a:xfrm>
            <a:off x="5597610" y="1356849"/>
            <a:ext cx="5016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Arial" pitchFamily="34" charset="0"/>
                <a:cs typeface="Arial" pitchFamily="34" charset="0"/>
              </a:rPr>
              <a:t>One model, two versions</a:t>
            </a:r>
          </a:p>
          <a:p>
            <a:endParaRPr lang="en-US" sz="200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000">
                <a:latin typeface="Arial" pitchFamily="34" charset="0"/>
                <a:cs typeface="Arial" pitchFamily="34" charset="0"/>
              </a:rPr>
              <a:t>Find the differences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42766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B11C93-CB25-4949-967D-E8957F7D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view model differences</a:t>
            </a:r>
            <a:br>
              <a:rPr lang="en-US" dirty="0"/>
            </a:br>
            <a:endParaRPr lang="en-US" dirty="0"/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          </a:t>
            </a:r>
            <a:r>
              <a:rPr lang="en-US" sz="2000" b="1"/>
              <a:t>command line feature               </a:t>
            </a:r>
            <a:r>
              <a:rPr lang="en-US" sz="2000"/>
              <a:t>and             </a:t>
            </a:r>
            <a:r>
              <a:rPr lang="en-US" sz="2000" b="1"/>
              <a:t>graphical user interface</a:t>
            </a:r>
          </a:p>
        </p:txBody>
      </p:sp>
      <p:pic>
        <p:nvPicPr>
          <p:cNvPr id="14" name="Picture 13" descr="Table&#10;&#10;Description automatically generated">
            <a:extLst>
              <a:ext uri="{FF2B5EF4-FFF2-40B4-BE49-F238E27FC236}">
                <a16:creationId xmlns:a16="http://schemas.microsoft.com/office/drawing/2014/main" id="{CD90AACD-B510-0145-B0A4-E39AE49DBC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86" y="2848971"/>
            <a:ext cx="4363734" cy="30459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B2C611-1D29-874A-8418-9C4155E85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03392" y="1765979"/>
            <a:ext cx="5654994" cy="4402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2C58054-C946-164F-AA7B-C766252F9032}"/>
              </a:ext>
            </a:extLst>
          </p:cNvPr>
          <p:cNvSpPr txBox="1"/>
          <p:nvPr/>
        </p:nvSpPr>
        <p:spPr>
          <a:xfrm>
            <a:off x="1106919" y="2037045"/>
            <a:ext cx="3687504" cy="538609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1100" err="1">
                <a:latin typeface="Courier" pitchFamily="2" charset="0"/>
                <a:cs typeface="Arial" pitchFamily="34" charset="0"/>
              </a:rPr>
              <a:t>diffResults</a:t>
            </a:r>
            <a:r>
              <a:rPr lang="en-US" sz="1100">
                <a:latin typeface="Courier" pitchFamily="2" charset="0"/>
                <a:cs typeface="Arial" pitchFamily="34" charset="0"/>
              </a:rPr>
              <a:t> = </a:t>
            </a:r>
            <a:r>
              <a:rPr lang="en-US" sz="1100" err="1">
                <a:latin typeface="Courier" pitchFamily="2" charset="0"/>
                <a:cs typeface="Arial" pitchFamily="34" charset="0"/>
              </a:rPr>
              <a:t>sbiodiff</a:t>
            </a:r>
            <a:r>
              <a:rPr lang="en-US" sz="1100">
                <a:latin typeface="Courier" pitchFamily="2" charset="0"/>
                <a:cs typeface="Arial" pitchFamily="34" charset="0"/>
              </a:rPr>
              <a:t>(</a:t>
            </a:r>
            <a:r>
              <a:rPr lang="en-US" sz="1100">
                <a:latin typeface="Courier" pitchFamily="2" charset="0"/>
              </a:rPr>
              <a:t>model1, model2</a:t>
            </a:r>
            <a:r>
              <a:rPr lang="en-US" sz="1100">
                <a:latin typeface="Courier" pitchFamily="2" charset="0"/>
                <a:cs typeface="Arial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1260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B11C93-CB25-4949-967D-E8957F7D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656"/>
            <a:ext cx="10769600" cy="990600"/>
          </a:xfrm>
        </p:spPr>
        <p:txBody>
          <a:bodyPr/>
          <a:lstStyle/>
          <a:p>
            <a:r>
              <a:rPr lang="en-US" dirty="0"/>
              <a:t>Model Comparison</a:t>
            </a:r>
            <a:br>
              <a:rPr lang="en-US" dirty="0"/>
            </a:br>
            <a:endParaRPr lang="en-US" dirty="0"/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609602" y="1005840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Start GUI for model comparison</a:t>
            </a:r>
            <a:endParaRPr lang="en-US" sz="1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FC6DE4-BF67-1045-9244-3C13AEF7C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0" y="1523999"/>
            <a:ext cx="7162800" cy="51258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09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360723" y="134076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Git integration</a:t>
            </a:r>
            <a:br>
              <a:rPr lang="en-US" dirty="0"/>
            </a:br>
            <a:r>
              <a:rPr lang="en-US" dirty="0"/>
              <a:t>within MATLAB</a:t>
            </a:r>
            <a:endParaRPr lang="en-US" sz="1600" dirty="0"/>
          </a:p>
        </p:txBody>
      </p:sp>
      <p:pic>
        <p:nvPicPr>
          <p:cNvPr id="4" name="Picture 3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62172684-B3DE-264B-886F-1C344B94BB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978" y="1124744"/>
            <a:ext cx="6099090" cy="5525472"/>
          </a:xfrm>
          <a:prstGeom prst="rect">
            <a:avLst/>
          </a:prstGeom>
        </p:spPr>
      </p:pic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A8238B2-7177-224A-98EF-BB3A9A45B6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060" y="803100"/>
            <a:ext cx="7603731" cy="3691209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066F0083-3C37-485B-375A-80F147B44C3D}"/>
              </a:ext>
            </a:extLst>
          </p:cNvPr>
          <p:cNvSpPr txBox="1">
            <a:spLocks/>
          </p:cNvSpPr>
          <p:nvPr/>
        </p:nvSpPr>
        <p:spPr>
          <a:xfrm>
            <a:off x="551384" y="332656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Model Comparison</a:t>
            </a:r>
            <a:br>
              <a:rPr lang="en-US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12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0A8260F-0971-4ADF-62BF-FFBC673C0D56}"/>
              </a:ext>
            </a:extLst>
          </p:cNvPr>
          <p:cNvSpPr txBox="1">
            <a:spLocks/>
          </p:cNvSpPr>
          <p:nvPr/>
        </p:nvSpPr>
        <p:spPr>
          <a:xfrm>
            <a:off x="551384" y="332656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Model Comparison &amp; Merge</a:t>
            </a:r>
            <a:br>
              <a:rPr lang="en-US" dirty="0"/>
            </a:br>
            <a:r>
              <a:rPr lang="en-US" sz="2000" dirty="0"/>
              <a:t>Merging new in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9DF4D-A2BC-949B-F342-750B27F9D17B}"/>
              </a:ext>
            </a:extLst>
          </p:cNvPr>
          <p:cNvSpPr txBox="1"/>
          <p:nvPr/>
        </p:nvSpPr>
        <p:spPr>
          <a:xfrm>
            <a:off x="609600" y="1197429"/>
            <a:ext cx="592371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Merge Tool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Comparison of model hierarchy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Comparison of properties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Merged model hierarchy</a:t>
            </a:r>
          </a:p>
          <a:p>
            <a:pPr lvl="2"/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2"/>
            <a:r>
              <a:rPr lang="en-US" sz="2000" dirty="0">
                <a:latin typeface="Arial" pitchFamily="34" charset="0"/>
                <a:cs typeface="Arial" pitchFamily="34" charset="0"/>
              </a:rPr>
              <a:t>Property value selection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759A35-E0A7-C0C3-2665-0B825FD12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873607"/>
            <a:ext cx="859536" cy="199278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1BA1EBA-F85F-C487-3F4C-D61CD72B37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347" y="170964"/>
            <a:ext cx="7071366" cy="659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88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9DF4D-A2BC-949B-F342-750B27F9D17B}"/>
              </a:ext>
            </a:extLst>
          </p:cNvPr>
          <p:cNvSpPr txBox="1"/>
          <p:nvPr/>
        </p:nvSpPr>
        <p:spPr>
          <a:xfrm>
            <a:off x="550125" y="1212562"/>
            <a:ext cx="59237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Merge Tool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Merged model hierarchy</a:t>
            </a:r>
          </a:p>
          <a:p>
            <a:pPr lvl="2"/>
            <a:r>
              <a:rPr lang="en-US" sz="2000" dirty="0">
                <a:latin typeface="Arial" pitchFamily="34" charset="0"/>
                <a:cs typeface="Arial" pitchFamily="34" charset="0"/>
              </a:rPr>
              <a:t>     choice of left / right side</a:t>
            </a:r>
          </a:p>
        </p:txBody>
      </p:sp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E402ED82-94B2-7D75-ACE6-588A15C7A1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447" y="170964"/>
            <a:ext cx="5223266" cy="2463690"/>
          </a:xfrm>
          <a:prstGeom prst="rect">
            <a:avLst/>
          </a:prstGeom>
          <a:ln w="25400">
            <a:solidFill>
              <a:schemeClr val="accent3"/>
            </a:solidFill>
          </a:ln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729EDF96-FF6A-AA73-569F-DE235BAD1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76" y="2774331"/>
            <a:ext cx="8184443" cy="3812452"/>
          </a:xfrm>
          <a:prstGeom prst="rect">
            <a:avLst/>
          </a:prstGeom>
          <a:ln w="25400">
            <a:solidFill>
              <a:schemeClr val="accent3"/>
            </a:solidFill>
          </a:ln>
        </p:spPr>
      </p:pic>
      <p:sp>
        <p:nvSpPr>
          <p:cNvPr id="18" name="Down Arrow 17">
            <a:extLst>
              <a:ext uri="{FF2B5EF4-FFF2-40B4-BE49-F238E27FC236}">
                <a16:creationId xmlns:a16="http://schemas.microsoft.com/office/drawing/2014/main" id="{08101246-B1B6-8C3E-23DF-6E62DFCE330E}"/>
              </a:ext>
            </a:extLst>
          </p:cNvPr>
          <p:cNvSpPr/>
          <p:nvPr/>
        </p:nvSpPr>
        <p:spPr>
          <a:xfrm rot="9973774">
            <a:off x="8305777" y="2361893"/>
            <a:ext cx="91440" cy="12801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FB02B071-B4E6-888A-0EF4-12BA809F59F2}"/>
              </a:ext>
            </a:extLst>
          </p:cNvPr>
          <p:cNvSpPr/>
          <p:nvPr/>
        </p:nvSpPr>
        <p:spPr>
          <a:xfrm rot="12799564">
            <a:off x="9140630" y="2610227"/>
            <a:ext cx="91440" cy="109728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8BA64F32-BEC1-5413-7D74-C7E4E91889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179" y="3429000"/>
            <a:ext cx="2837885" cy="264558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27EA1AF-7FEE-5B12-92EC-736D0CFA2D43}"/>
              </a:ext>
            </a:extLst>
          </p:cNvPr>
          <p:cNvSpPr/>
          <p:nvPr/>
        </p:nvSpPr>
        <p:spPr>
          <a:xfrm>
            <a:off x="9504608" y="3973132"/>
            <a:ext cx="2515105" cy="5602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CCC245-3145-640A-8B79-2C588E90E3E1}"/>
              </a:ext>
            </a:extLst>
          </p:cNvPr>
          <p:cNvSpPr/>
          <p:nvPr/>
        </p:nvSpPr>
        <p:spPr>
          <a:xfrm>
            <a:off x="9500568" y="4898265"/>
            <a:ext cx="2515105" cy="68472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C30FBF-3EA6-B390-4901-62CE52EF58E9}"/>
              </a:ext>
            </a:extLst>
          </p:cNvPr>
          <p:cNvSpPr/>
          <p:nvPr/>
        </p:nvSpPr>
        <p:spPr>
          <a:xfrm>
            <a:off x="9248052" y="3319780"/>
            <a:ext cx="2934391" cy="6847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5D045F-A6B8-DD39-9BED-2CDD4C336D58}"/>
              </a:ext>
            </a:extLst>
          </p:cNvPr>
          <p:cNvSpPr/>
          <p:nvPr/>
        </p:nvSpPr>
        <p:spPr>
          <a:xfrm>
            <a:off x="9435686" y="4511488"/>
            <a:ext cx="2639774" cy="38005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911EBF-27CB-935D-DD1D-F7D00724203A}"/>
              </a:ext>
            </a:extLst>
          </p:cNvPr>
          <p:cNvSpPr/>
          <p:nvPr/>
        </p:nvSpPr>
        <p:spPr>
          <a:xfrm>
            <a:off x="9395360" y="5546186"/>
            <a:ext cx="2680100" cy="43775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792034-46B7-38BA-BAF4-039648B53303}"/>
              </a:ext>
            </a:extLst>
          </p:cNvPr>
          <p:cNvGrpSpPr/>
          <p:nvPr/>
        </p:nvGrpSpPr>
        <p:grpSpPr>
          <a:xfrm>
            <a:off x="551384" y="332656"/>
            <a:ext cx="10769600" cy="990600"/>
            <a:chOff x="551384" y="332656"/>
            <a:chExt cx="10769600" cy="990600"/>
          </a:xfrm>
        </p:grpSpPr>
        <p:sp>
          <p:nvSpPr>
            <p:cNvPr id="6" name="Title 2">
              <a:extLst>
                <a:ext uri="{FF2B5EF4-FFF2-40B4-BE49-F238E27FC236}">
                  <a16:creationId xmlns:a16="http://schemas.microsoft.com/office/drawing/2014/main" id="{2C5DB85A-4814-C33D-5EF4-57EF0898F007}"/>
                </a:ext>
              </a:extLst>
            </p:cNvPr>
            <p:cNvSpPr txBox="1">
              <a:spLocks/>
            </p:cNvSpPr>
            <p:nvPr/>
          </p:nvSpPr>
          <p:spPr>
            <a:xfrm>
              <a:off x="551384" y="332656"/>
              <a:ext cx="10769600" cy="990600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algn="l" defTabSz="916680" rtl="0" eaLnBrk="1" latinLnBrk="0" hangingPunct="1">
                <a:spcBef>
                  <a:spcPct val="0"/>
                </a:spcBef>
                <a:buNone/>
                <a:defRPr sz="2800" b="0" kern="1200" baseline="0">
                  <a:solidFill>
                    <a:schemeClr val="tx2"/>
                  </a:solidFill>
                  <a:latin typeface="Arial" pitchFamily="34" charset="0"/>
                  <a:ea typeface="+mj-ea"/>
                  <a:cs typeface="Arial" pitchFamily="34" charset="0"/>
                </a:defRPr>
              </a:lvl1pPr>
            </a:lstStyle>
            <a:p>
              <a:r>
                <a:rPr lang="en-US" dirty="0"/>
                <a:t>Model Comparison &amp; Merge</a:t>
              </a:r>
              <a:br>
                <a:rPr lang="en-US" dirty="0"/>
              </a:br>
              <a:r>
                <a:rPr lang="en-US" sz="2000" dirty="0"/>
                <a:t>Merging new in</a:t>
              </a:r>
              <a:endParaRPr lang="en-US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2860219-2BD6-EA7E-BDD9-CAD1A621E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3592" y="873607"/>
              <a:ext cx="859536" cy="199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146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F2CF9D-D151-5993-5992-80774148B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08" y="4579193"/>
            <a:ext cx="10723332" cy="1221961"/>
          </a:xfrm>
          <a:prstGeom prst="rect">
            <a:avLst/>
          </a:prstGeom>
          <a:ln w="25400">
            <a:solidFill>
              <a:schemeClr val="accent3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019716-5AAD-CBC0-96C5-29BA54885B90}"/>
              </a:ext>
            </a:extLst>
          </p:cNvPr>
          <p:cNvSpPr txBox="1"/>
          <p:nvPr/>
        </p:nvSpPr>
        <p:spPr>
          <a:xfrm>
            <a:off x="551384" y="1176013"/>
            <a:ext cx="59237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Merge Tool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Property value selection</a:t>
            </a:r>
          </a:p>
          <a:p>
            <a:pPr lvl="2"/>
            <a:r>
              <a:rPr lang="en-US" sz="2000" dirty="0">
                <a:latin typeface="Arial" pitchFamily="34" charset="0"/>
                <a:cs typeface="Arial" pitchFamily="34" charset="0"/>
              </a:rPr>
              <a:t>     choice of left / right side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C07EF1-C8DA-1DF7-DE7E-948F3C8C5F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247" y="3244151"/>
            <a:ext cx="6835740" cy="777149"/>
          </a:xfrm>
          <a:prstGeom prst="rect">
            <a:avLst/>
          </a:prstGeom>
          <a:ln w="25400">
            <a:solidFill>
              <a:schemeClr val="accent3"/>
            </a:solidFill>
          </a:ln>
        </p:spPr>
      </p:pic>
      <p:sp>
        <p:nvSpPr>
          <p:cNvPr id="16" name="Up Arrow 15">
            <a:extLst>
              <a:ext uri="{FF2B5EF4-FFF2-40B4-BE49-F238E27FC236}">
                <a16:creationId xmlns:a16="http://schemas.microsoft.com/office/drawing/2014/main" id="{72E19FE8-B47F-F16A-66C7-E37343D7866A}"/>
              </a:ext>
            </a:extLst>
          </p:cNvPr>
          <p:cNvSpPr/>
          <p:nvPr/>
        </p:nvSpPr>
        <p:spPr>
          <a:xfrm rot="17366655">
            <a:off x="8549910" y="2284045"/>
            <a:ext cx="91440" cy="393192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Up Arrow 16">
            <a:extLst>
              <a:ext uri="{FF2B5EF4-FFF2-40B4-BE49-F238E27FC236}">
                <a16:creationId xmlns:a16="http://schemas.microsoft.com/office/drawing/2014/main" id="{32049FC1-8A74-53B4-0B93-3FA053D46187}"/>
              </a:ext>
            </a:extLst>
          </p:cNvPr>
          <p:cNvSpPr/>
          <p:nvPr/>
        </p:nvSpPr>
        <p:spPr>
          <a:xfrm rot="19832765">
            <a:off x="10469294" y="3451317"/>
            <a:ext cx="91440" cy="1554480"/>
          </a:xfrm>
          <a:prstGeom prst="up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B171564C-5409-A41F-A223-350A8B340C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565" y="199581"/>
            <a:ext cx="2837885" cy="264558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3A13EE7-6E87-4948-9FEF-61594494C5E8}"/>
              </a:ext>
            </a:extLst>
          </p:cNvPr>
          <p:cNvSpPr/>
          <p:nvPr/>
        </p:nvSpPr>
        <p:spPr>
          <a:xfrm>
            <a:off x="9298996" y="1301093"/>
            <a:ext cx="2515105" cy="38005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A1B45D-1C0C-58D0-EDD9-375FFDD488AB}"/>
              </a:ext>
            </a:extLst>
          </p:cNvPr>
          <p:cNvSpPr/>
          <p:nvPr/>
        </p:nvSpPr>
        <p:spPr>
          <a:xfrm>
            <a:off x="9298996" y="2331154"/>
            <a:ext cx="2515105" cy="30544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1CFC5-20A0-CAFA-8702-A378BA9C7AB7}"/>
              </a:ext>
            </a:extLst>
          </p:cNvPr>
          <p:cNvSpPr/>
          <p:nvPr/>
        </p:nvSpPr>
        <p:spPr>
          <a:xfrm>
            <a:off x="9232620" y="1635261"/>
            <a:ext cx="2639774" cy="71272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B35F1F-6CE3-CD45-6F46-05476B180E8F}"/>
              </a:ext>
            </a:extLst>
          </p:cNvPr>
          <p:cNvSpPr/>
          <p:nvPr/>
        </p:nvSpPr>
        <p:spPr>
          <a:xfrm>
            <a:off x="9037061" y="154343"/>
            <a:ext cx="2934391" cy="118040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43CEF5-78A2-2BF7-6394-D3351A455434}"/>
              </a:ext>
            </a:extLst>
          </p:cNvPr>
          <p:cNvGrpSpPr/>
          <p:nvPr/>
        </p:nvGrpSpPr>
        <p:grpSpPr>
          <a:xfrm>
            <a:off x="551384" y="332656"/>
            <a:ext cx="10769600" cy="990600"/>
            <a:chOff x="551384" y="332656"/>
            <a:chExt cx="10769600" cy="990600"/>
          </a:xfrm>
        </p:grpSpPr>
        <p:sp>
          <p:nvSpPr>
            <p:cNvPr id="7" name="Title 2">
              <a:extLst>
                <a:ext uri="{FF2B5EF4-FFF2-40B4-BE49-F238E27FC236}">
                  <a16:creationId xmlns:a16="http://schemas.microsoft.com/office/drawing/2014/main" id="{33849EEA-5BF0-F551-A614-4C71F0D37E9F}"/>
                </a:ext>
              </a:extLst>
            </p:cNvPr>
            <p:cNvSpPr txBox="1">
              <a:spLocks/>
            </p:cNvSpPr>
            <p:nvPr/>
          </p:nvSpPr>
          <p:spPr>
            <a:xfrm>
              <a:off x="551384" y="332656"/>
              <a:ext cx="10769600" cy="990600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algn="l" defTabSz="916680" rtl="0" eaLnBrk="1" latinLnBrk="0" hangingPunct="1">
                <a:spcBef>
                  <a:spcPct val="0"/>
                </a:spcBef>
                <a:buNone/>
                <a:defRPr sz="2800" b="0" kern="1200" baseline="0">
                  <a:solidFill>
                    <a:schemeClr val="tx2"/>
                  </a:solidFill>
                  <a:latin typeface="Arial" pitchFamily="34" charset="0"/>
                  <a:ea typeface="+mj-ea"/>
                  <a:cs typeface="Arial" pitchFamily="34" charset="0"/>
                </a:defRPr>
              </a:lvl1pPr>
            </a:lstStyle>
            <a:p>
              <a:r>
                <a:rPr lang="en-US" dirty="0"/>
                <a:t>Model Comparison &amp; Merge</a:t>
              </a:r>
              <a:br>
                <a:rPr lang="en-US" dirty="0"/>
              </a:br>
              <a:r>
                <a:rPr lang="en-US" sz="2000" dirty="0"/>
                <a:t>Merging new in</a:t>
              </a:r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91ADEB6-3EE6-C485-1EC0-ACEEA7AA4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3592" y="873607"/>
              <a:ext cx="859536" cy="199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094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19716-5AAD-CBC0-96C5-29BA54885B90}"/>
              </a:ext>
            </a:extLst>
          </p:cNvPr>
          <p:cNvSpPr txBox="1"/>
          <p:nvPr/>
        </p:nvSpPr>
        <p:spPr>
          <a:xfrm>
            <a:off x="570825" y="1185885"/>
            <a:ext cx="50211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Merge Tool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Component references in reactions, …,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latin typeface="Arial" pitchFamily="34" charset="0"/>
                <a:cs typeface="Arial" pitchFamily="34" charset="0"/>
              </a:rPr>
              <a:t>doses, variants are updated automatically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D010451-F3B3-CD2B-9E47-037F520B06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30" y="2694210"/>
            <a:ext cx="4841557" cy="4298924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49DFD61-AB10-2EE6-12CB-ABDCBE4EDC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944" y="901407"/>
            <a:ext cx="7066059" cy="55229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4A7EDE-8ADB-D775-DF46-7960343F52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653" y="4507140"/>
            <a:ext cx="3115030" cy="351439"/>
          </a:xfrm>
          <a:prstGeom prst="rect">
            <a:avLst/>
          </a:prstGeom>
          <a:ln w="25400">
            <a:solidFill>
              <a:schemeClr val="accent3"/>
            </a:solidFill>
          </a:ln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45808D3-D484-866A-FFEC-FD6F4DBC094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00" y="4695690"/>
            <a:ext cx="1739900" cy="1155700"/>
          </a:xfrm>
          <a:prstGeom prst="rect">
            <a:avLst/>
          </a:prstGeom>
          <a:ln w="25400">
            <a:solidFill>
              <a:schemeClr val="accent3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25CAB9-1BD1-ACF0-8430-1E3539733FC3}"/>
              </a:ext>
            </a:extLst>
          </p:cNvPr>
          <p:cNvSpPr/>
          <p:nvPr/>
        </p:nvSpPr>
        <p:spPr>
          <a:xfrm>
            <a:off x="967013" y="5364487"/>
            <a:ext cx="914400" cy="50097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ABBA5F-00DE-4684-038C-399184A01333}"/>
              </a:ext>
            </a:extLst>
          </p:cNvPr>
          <p:cNvSpPr/>
          <p:nvPr/>
        </p:nvSpPr>
        <p:spPr>
          <a:xfrm>
            <a:off x="8518106" y="4872125"/>
            <a:ext cx="1354313" cy="18807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405BF5-625E-76D2-C90E-3B8FFD09473B}"/>
              </a:ext>
            </a:extLst>
          </p:cNvPr>
          <p:cNvGrpSpPr/>
          <p:nvPr/>
        </p:nvGrpSpPr>
        <p:grpSpPr>
          <a:xfrm>
            <a:off x="551384" y="332656"/>
            <a:ext cx="10769600" cy="990600"/>
            <a:chOff x="551384" y="332656"/>
            <a:chExt cx="10769600" cy="990600"/>
          </a:xfrm>
        </p:grpSpPr>
        <p:sp>
          <p:nvSpPr>
            <p:cNvPr id="6" name="Title 2">
              <a:extLst>
                <a:ext uri="{FF2B5EF4-FFF2-40B4-BE49-F238E27FC236}">
                  <a16:creationId xmlns:a16="http://schemas.microsoft.com/office/drawing/2014/main" id="{A2CCBB41-7BF3-B513-2107-F1DD514A668A}"/>
                </a:ext>
              </a:extLst>
            </p:cNvPr>
            <p:cNvSpPr txBox="1">
              <a:spLocks/>
            </p:cNvSpPr>
            <p:nvPr/>
          </p:nvSpPr>
          <p:spPr>
            <a:xfrm>
              <a:off x="551384" y="332656"/>
              <a:ext cx="10769600" cy="990600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algn="l" defTabSz="916680" rtl="0" eaLnBrk="1" latinLnBrk="0" hangingPunct="1">
                <a:spcBef>
                  <a:spcPct val="0"/>
                </a:spcBef>
                <a:buNone/>
                <a:defRPr sz="2800" b="0" kern="1200" baseline="0">
                  <a:solidFill>
                    <a:schemeClr val="tx2"/>
                  </a:solidFill>
                  <a:latin typeface="Arial" pitchFamily="34" charset="0"/>
                  <a:ea typeface="+mj-ea"/>
                  <a:cs typeface="Arial" pitchFamily="34" charset="0"/>
                </a:defRPr>
              </a:lvl1pPr>
            </a:lstStyle>
            <a:p>
              <a:r>
                <a:rPr lang="en-US" dirty="0"/>
                <a:t>Model Comparison &amp; Merge</a:t>
              </a:r>
              <a:br>
                <a:rPr lang="en-US" dirty="0"/>
              </a:br>
              <a:r>
                <a:rPr lang="en-US" sz="2000" dirty="0"/>
                <a:t>Merging new in</a:t>
              </a: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35FF014-F304-564A-434E-1C35CE1EC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3592" y="873607"/>
              <a:ext cx="859536" cy="199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9515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19716-5AAD-CBC0-96C5-29BA54885B90}"/>
              </a:ext>
            </a:extLst>
          </p:cNvPr>
          <p:cNvSpPr txBox="1"/>
          <p:nvPr/>
        </p:nvSpPr>
        <p:spPr>
          <a:xfrm>
            <a:off x="565325" y="1348309"/>
            <a:ext cx="103101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Merge Tool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Diagram is automatically created if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left-side model has a diagram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right-side model does not have a diagram</a:t>
            </a:r>
          </a:p>
          <a:p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ECE94-45CD-ACA2-9903-062B6CC4BBFE}"/>
              </a:ext>
            </a:extLst>
          </p:cNvPr>
          <p:cNvSpPr txBox="1"/>
          <p:nvPr/>
        </p:nvSpPr>
        <p:spPr>
          <a:xfrm>
            <a:off x="628650" y="3837920"/>
            <a:ext cx="6076950" cy="584775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modelObj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sbmlimport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tmdd.sbml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");</a:t>
            </a:r>
          </a:p>
          <a:p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simbiology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modelObj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831F4-CF12-C7DE-1B26-43F92D8182BE}"/>
              </a:ext>
            </a:extLst>
          </p:cNvPr>
          <p:cNvSpPr txBox="1"/>
          <p:nvPr/>
        </p:nvSpPr>
        <p:spPr>
          <a:xfrm>
            <a:off x="7383523" y="3933170"/>
            <a:ext cx="3764172" cy="338554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simbiology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tmdd.sbproj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</p:txBody>
      </p:sp>
      <p:pic>
        <p:nvPicPr>
          <p:cNvPr id="5" name="Picture 4" descr="A diagram of a drug&#10;&#10;Description automatically generated">
            <a:extLst>
              <a:ext uri="{FF2B5EF4-FFF2-40B4-BE49-F238E27FC236}">
                <a16:creationId xmlns:a16="http://schemas.microsoft.com/office/drawing/2014/main" id="{BDC86F4A-6625-D8AC-185C-6858E813E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298" y="4522351"/>
            <a:ext cx="2208802" cy="2208802"/>
          </a:xfrm>
          <a:prstGeom prst="rect">
            <a:avLst/>
          </a:prstGeom>
        </p:spPr>
      </p:pic>
      <p:pic>
        <p:nvPicPr>
          <p:cNvPr id="8" name="Picture 7" descr="A diagram of a drug&#10;&#10;Description automatically generated">
            <a:extLst>
              <a:ext uri="{FF2B5EF4-FFF2-40B4-BE49-F238E27FC236}">
                <a16:creationId xmlns:a16="http://schemas.microsoft.com/office/drawing/2014/main" id="{AB1B1FC0-B1C5-EF3C-A32B-3D007EDEF4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523" y="4455268"/>
            <a:ext cx="3584843" cy="216164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5F70E33-AAD5-5092-3AF4-F12DC687D7FC}"/>
              </a:ext>
            </a:extLst>
          </p:cNvPr>
          <p:cNvGrpSpPr/>
          <p:nvPr/>
        </p:nvGrpSpPr>
        <p:grpSpPr>
          <a:xfrm>
            <a:off x="551384" y="332656"/>
            <a:ext cx="10769600" cy="990600"/>
            <a:chOff x="551384" y="332656"/>
            <a:chExt cx="10769600" cy="990600"/>
          </a:xfrm>
        </p:grpSpPr>
        <p:sp>
          <p:nvSpPr>
            <p:cNvPr id="6" name="Title 2">
              <a:extLst>
                <a:ext uri="{FF2B5EF4-FFF2-40B4-BE49-F238E27FC236}">
                  <a16:creationId xmlns:a16="http://schemas.microsoft.com/office/drawing/2014/main" id="{CF87028E-4059-7B45-A606-0DD6FADF5BA2}"/>
                </a:ext>
              </a:extLst>
            </p:cNvPr>
            <p:cNvSpPr txBox="1">
              <a:spLocks/>
            </p:cNvSpPr>
            <p:nvPr/>
          </p:nvSpPr>
          <p:spPr>
            <a:xfrm>
              <a:off x="551384" y="332656"/>
              <a:ext cx="10769600" cy="990600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algn="l" defTabSz="916680" rtl="0" eaLnBrk="1" latinLnBrk="0" hangingPunct="1">
                <a:spcBef>
                  <a:spcPct val="0"/>
                </a:spcBef>
                <a:buNone/>
                <a:defRPr sz="2800" b="0" kern="1200" baseline="0">
                  <a:solidFill>
                    <a:schemeClr val="tx2"/>
                  </a:solidFill>
                  <a:latin typeface="Arial" pitchFamily="34" charset="0"/>
                  <a:ea typeface="+mj-ea"/>
                  <a:cs typeface="Arial" pitchFamily="34" charset="0"/>
                </a:defRPr>
              </a:lvl1pPr>
            </a:lstStyle>
            <a:p>
              <a:r>
                <a:rPr lang="en-US" dirty="0"/>
                <a:t>Model Comparison &amp; Merge</a:t>
              </a:r>
              <a:br>
                <a:rPr lang="en-US" dirty="0"/>
              </a:br>
              <a:r>
                <a:rPr lang="en-US" sz="2000" dirty="0"/>
                <a:t>Merging new in</a:t>
              </a:r>
              <a:endParaRPr lang="en-US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6F418E1-F64E-B2A4-DFE4-632CEF474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3592" y="873607"/>
              <a:ext cx="859536" cy="199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853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19716-5AAD-CBC0-96C5-29BA54885B90}"/>
              </a:ext>
            </a:extLst>
          </p:cNvPr>
          <p:cNvSpPr txBox="1"/>
          <p:nvPr/>
        </p:nvSpPr>
        <p:spPr>
          <a:xfrm>
            <a:off x="558358" y="1225169"/>
            <a:ext cx="103101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Merge Tool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Diagram is automatically created if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left-side model has a diagram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right-side model does not have a diagram</a:t>
            </a:r>
          </a:p>
          <a:p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ECE94-45CD-ACA2-9903-062B6CC4BBFE}"/>
              </a:ext>
            </a:extLst>
          </p:cNvPr>
          <p:cNvSpPr txBox="1"/>
          <p:nvPr/>
        </p:nvSpPr>
        <p:spPr>
          <a:xfrm>
            <a:off x="628650" y="3837920"/>
            <a:ext cx="5989864" cy="584775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modelObj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sbmlimport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tmdd.sbml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");</a:t>
            </a:r>
          </a:p>
          <a:p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visdiff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sbiodiff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(("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tmdd.sbproj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”,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modelObj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</a:t>
            </a:r>
          </a:p>
        </p:txBody>
      </p:sp>
      <p:pic>
        <p:nvPicPr>
          <p:cNvPr id="8" name="Picture 7" descr="A diagram of a drug&#10;&#10;Description automatically generated">
            <a:extLst>
              <a:ext uri="{FF2B5EF4-FFF2-40B4-BE49-F238E27FC236}">
                <a16:creationId xmlns:a16="http://schemas.microsoft.com/office/drawing/2014/main" id="{AB1B1FC0-B1C5-EF3C-A32B-3D007EDEF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877" y="3429000"/>
            <a:ext cx="4508721" cy="2718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07E802-11F4-1D46-7BCD-497CEA3A0367}"/>
              </a:ext>
            </a:extLst>
          </p:cNvPr>
          <p:cNvSpPr txBox="1"/>
          <p:nvPr/>
        </p:nvSpPr>
        <p:spPr>
          <a:xfrm>
            <a:off x="7140877" y="3179551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>
                <a:latin typeface="Arial" pitchFamily="34" charset="0"/>
                <a:cs typeface="Arial" pitchFamily="34" charset="0"/>
              </a:rPr>
              <a:t>Diagram of merged model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43EAD5-010D-068C-7AE2-7DCC6173E7B0}"/>
              </a:ext>
            </a:extLst>
          </p:cNvPr>
          <p:cNvGrpSpPr/>
          <p:nvPr/>
        </p:nvGrpSpPr>
        <p:grpSpPr>
          <a:xfrm>
            <a:off x="551384" y="332656"/>
            <a:ext cx="10769600" cy="990600"/>
            <a:chOff x="551384" y="332656"/>
            <a:chExt cx="10769600" cy="990600"/>
          </a:xfrm>
        </p:grpSpPr>
        <p:sp>
          <p:nvSpPr>
            <p:cNvPr id="11" name="Title 2">
              <a:extLst>
                <a:ext uri="{FF2B5EF4-FFF2-40B4-BE49-F238E27FC236}">
                  <a16:creationId xmlns:a16="http://schemas.microsoft.com/office/drawing/2014/main" id="{7CBC0AB2-7712-BA0C-6F58-0A7C1C1A1764}"/>
                </a:ext>
              </a:extLst>
            </p:cNvPr>
            <p:cNvSpPr txBox="1">
              <a:spLocks/>
            </p:cNvSpPr>
            <p:nvPr/>
          </p:nvSpPr>
          <p:spPr>
            <a:xfrm>
              <a:off x="551384" y="332656"/>
              <a:ext cx="10769600" cy="990600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algn="l" defTabSz="916680" rtl="0" eaLnBrk="1" latinLnBrk="0" hangingPunct="1">
                <a:spcBef>
                  <a:spcPct val="0"/>
                </a:spcBef>
                <a:buNone/>
                <a:defRPr sz="2800" b="0" kern="1200" baseline="0">
                  <a:solidFill>
                    <a:schemeClr val="tx2"/>
                  </a:solidFill>
                  <a:latin typeface="Arial" pitchFamily="34" charset="0"/>
                  <a:ea typeface="+mj-ea"/>
                  <a:cs typeface="Arial" pitchFamily="34" charset="0"/>
                </a:defRPr>
              </a:lvl1pPr>
            </a:lstStyle>
            <a:p>
              <a:r>
                <a:rPr lang="en-US" dirty="0"/>
                <a:t>Model Comparison &amp; Merge</a:t>
              </a:r>
              <a:br>
                <a:rPr lang="en-US" dirty="0"/>
              </a:br>
              <a:r>
                <a:rPr lang="en-US" sz="2000" dirty="0"/>
                <a:t>Merging new in</a:t>
              </a:r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A43E4C0-75D1-89D2-EA13-B837ED459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3592" y="873607"/>
              <a:ext cx="859536" cy="199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3062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3D754F7-DBA2-174C-BFF4-D658D90C93C4}"/>
              </a:ext>
            </a:extLst>
          </p:cNvPr>
          <p:cNvSpPr txBox="1">
            <a:spLocks/>
          </p:cNvSpPr>
          <p:nvPr/>
        </p:nvSpPr>
        <p:spPr>
          <a:xfrm>
            <a:off x="172287" y="1321908"/>
            <a:ext cx="10515600" cy="4846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3757" indent="-343757" algn="l" defTabSz="916686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7" indent="-286464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8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201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44" indent="-229172" algn="l" defTabSz="916686" rtl="0" eaLnBrk="1" latinLnBrk="0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87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30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73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916" indent="-229172" algn="l" defTabSz="9166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19716-5AAD-CBC0-96C5-29BA54885B90}"/>
              </a:ext>
            </a:extLst>
          </p:cNvPr>
          <p:cNvSpPr txBox="1"/>
          <p:nvPr/>
        </p:nvSpPr>
        <p:spPr>
          <a:xfrm>
            <a:off x="940908" y="1197429"/>
            <a:ext cx="1031018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Limitations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Merging models and diagrams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Programs, results, and data are not merged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Annotation blocks are not merged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Workaround: use copy/paste to bring them over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Clones are not (yet) supported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Clones are joined into a single block in the merged model</a:t>
            </a:r>
          </a:p>
          <a:p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3CE339-074C-36DE-675D-7AEBF6E3074A}"/>
              </a:ext>
            </a:extLst>
          </p:cNvPr>
          <p:cNvGrpSpPr/>
          <p:nvPr/>
        </p:nvGrpSpPr>
        <p:grpSpPr>
          <a:xfrm>
            <a:off x="551384" y="332656"/>
            <a:ext cx="10769600" cy="990600"/>
            <a:chOff x="551384" y="332656"/>
            <a:chExt cx="10769600" cy="990600"/>
          </a:xfrm>
        </p:grpSpPr>
        <p:sp>
          <p:nvSpPr>
            <p:cNvPr id="7" name="Title 2">
              <a:extLst>
                <a:ext uri="{FF2B5EF4-FFF2-40B4-BE49-F238E27FC236}">
                  <a16:creationId xmlns:a16="http://schemas.microsoft.com/office/drawing/2014/main" id="{D97280F4-9D27-2AFD-F78C-900C396ED2D1}"/>
                </a:ext>
              </a:extLst>
            </p:cNvPr>
            <p:cNvSpPr txBox="1">
              <a:spLocks/>
            </p:cNvSpPr>
            <p:nvPr/>
          </p:nvSpPr>
          <p:spPr>
            <a:xfrm>
              <a:off x="551384" y="332656"/>
              <a:ext cx="10769600" cy="990600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algn="l" defTabSz="916680" rtl="0" eaLnBrk="1" latinLnBrk="0" hangingPunct="1">
                <a:spcBef>
                  <a:spcPct val="0"/>
                </a:spcBef>
                <a:buNone/>
                <a:defRPr sz="2800" b="0" kern="1200" baseline="0">
                  <a:solidFill>
                    <a:schemeClr val="tx2"/>
                  </a:solidFill>
                  <a:latin typeface="Arial" pitchFamily="34" charset="0"/>
                  <a:ea typeface="+mj-ea"/>
                  <a:cs typeface="Arial" pitchFamily="34" charset="0"/>
                </a:defRPr>
              </a:lvl1pPr>
            </a:lstStyle>
            <a:p>
              <a:r>
                <a:rPr lang="en-US" dirty="0"/>
                <a:t>Model Comparison &amp; Merge</a:t>
              </a:r>
              <a:br>
                <a:rPr lang="en-US" dirty="0"/>
              </a:br>
              <a:r>
                <a:rPr lang="en-US" sz="2000" dirty="0"/>
                <a:t>Merging new in</a:t>
              </a:r>
              <a:endParaRPr lang="en-US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2416132-3EEC-170E-7999-A9AE86B02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3592" y="873607"/>
              <a:ext cx="859536" cy="199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4337932"/>
      </p:ext>
    </p:extLst>
  </p:cSld>
  <p:clrMapOvr>
    <a:masterClrMapping/>
  </p:clrMapOvr>
</p:sld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77614DB2-AEEA-4C6F-B978-696DC4DCAD1E}" vid="{BAA8EA8E-6A7A-48B5-92CD-28D182738C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3E32C3022BA344AE607CE1B766CD2B" ma:contentTypeVersion="20" ma:contentTypeDescription="Create a new document." ma:contentTypeScope="" ma:versionID="5a5fcfb9cc5c272f01249a47aa4133c0">
  <xsd:schema xmlns:xsd="http://www.w3.org/2001/XMLSchema" xmlns:xs="http://www.w3.org/2001/XMLSchema" xmlns:p="http://schemas.microsoft.com/office/2006/metadata/properties" xmlns:ns1="http://schemas.microsoft.com/sharepoint/v3" xmlns:ns2="a70944c9-f5be-4b0f-89c7-00caf47c665c" xmlns:ns3="19f94994-4311-4823-a682-47492cb9e3e3" targetNamespace="http://schemas.microsoft.com/office/2006/metadata/properties" ma:root="true" ma:fieldsID="a22a3b39221887b161ef847201591c90" ns1:_="" ns2:_="" ns3:_="">
    <xsd:import namespace="http://schemas.microsoft.com/sharepoint/v3"/>
    <xsd:import namespace="a70944c9-f5be-4b0f-89c7-00caf47c665c"/>
    <xsd:import namespace="19f94994-4311-4823-a682-47492cb9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44c9-f5be-4b0f-89c7-00caf47c66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94994-4311-4823-a682-47492cb9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782cf2d-0c7e-4ff1-a1db-b4d157ce0b53}" ma:internalName="TaxCatchAll" ma:showField="CatchAllData" ma:web="19f94994-4311-4823-a682-47492cb9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0944c9-f5be-4b0f-89c7-00caf47c665c">
      <Terms xmlns="http://schemas.microsoft.com/office/infopath/2007/PartnerControls"/>
    </lcf76f155ced4ddcb4097134ff3c332f>
    <TaxCatchAll xmlns="19f94994-4311-4823-a682-47492cb9e3e3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1439A1B-61DB-461C-83F7-A0353C9BF2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70944c9-f5be-4b0f-89c7-00caf47c665c"/>
    <ds:schemaRef ds:uri="19f94994-4311-4823-a682-47492cb9e3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B851B7-D313-4E85-A1E0-5976CFE11EC3}">
  <ds:schemaRefs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19f94994-4311-4823-a682-47492cb9e3e3"/>
    <ds:schemaRef ds:uri="a70944c9-f5be-4b0f-89c7-00caf47c665c"/>
    <ds:schemaRef ds:uri="http://www.w3.org/XML/1998/namespace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22</TotalTime>
  <Words>326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</vt:lpstr>
      <vt:lpstr>Courier New</vt:lpstr>
      <vt:lpstr>Menlo</vt:lpstr>
      <vt:lpstr>Wingdings</vt:lpstr>
      <vt:lpstr>MW_Public_widescreen</vt:lpstr>
      <vt:lpstr>Model Comparison </vt:lpstr>
      <vt:lpstr>Two ways to view model differences </vt:lpstr>
      <vt:lpstr>Model Comparison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Jeremy Huard</dc:creator>
  <cp:keywords>Version 23.0</cp:keywords>
  <dc:description/>
  <cp:lastModifiedBy>Jeremy Huard</cp:lastModifiedBy>
  <cp:revision>1</cp:revision>
  <dcterms:created xsi:type="dcterms:W3CDTF">2025-02-11T16:25:02Z</dcterms:created>
  <dcterms:modified xsi:type="dcterms:W3CDTF">2025-02-11T16:47:06Z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0x010100E23E32C3022BA344AE607CE1B766CD2B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MediaServiceImageTags">
    <vt:lpwstr/>
  </property>
</Properties>
</file>